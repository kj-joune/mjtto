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71" r:id="rId3"/>
    <p:sldId id="279" r:id="rId4"/>
    <p:sldId id="281" r:id="rId5"/>
    <p:sldId id="282" r:id="rId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71"/>
            <p14:sldId id="279"/>
            <p14:sldId id="281"/>
            <p14:sldId id="282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1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05-06(Wed)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05-06(Wed)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192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75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B11CE-F47A-9A35-BBD4-476FC492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E287CD-7B15-8D3B-7608-57D6C08CD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404C46-9A33-9422-5F5A-612B9389B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8D87DC-1A84-6881-493F-476510436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4423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8A05DDD-DBD6-4880-90DB-80726A170D63}" type="datetime1">
              <a:rPr lang="ko-KR" altLang="en-US" noProof="0" smtClean="0"/>
              <a:t>05-06(Wed)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C48B989-0AC6-43D9-95B5-DB76B2CC2531}" type="datetime1">
              <a:rPr lang="ko-KR" altLang="en-US" noProof="0" smtClean="0"/>
              <a:t>05-06(Wed)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ko-KR" altLang="en-US" sz="4800" dirty="0" err="1">
                <a:solidFill>
                  <a:schemeClr val="bg1"/>
                </a:solidFill>
              </a:rPr>
              <a:t>매주또</a:t>
            </a:r>
            <a:r>
              <a:rPr lang="ko-KR" altLang="en-US" sz="4800" dirty="0">
                <a:solidFill>
                  <a:schemeClr val="bg1"/>
                </a:solidFill>
              </a:rPr>
              <a:t> 제휴사 </a:t>
            </a:r>
            <a:r>
              <a:rPr lang="en-US" altLang="ko-KR" sz="4800" dirty="0">
                <a:solidFill>
                  <a:schemeClr val="bg1"/>
                </a:solidFill>
              </a:rPr>
              <a:t>&amp; </a:t>
            </a:r>
            <a:r>
              <a:rPr lang="ko-KR" altLang="en-US" sz="4800" dirty="0">
                <a:solidFill>
                  <a:schemeClr val="bg1"/>
                </a:solidFill>
              </a:rPr>
              <a:t>지점 메뉴얼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ko-KR" altLang="en-US" sz="2400" dirty="0" err="1">
                <a:solidFill>
                  <a:schemeClr val="bg1"/>
                </a:solidFill>
              </a:rPr>
              <a:t>계약시</a:t>
            </a:r>
            <a:r>
              <a:rPr lang="ko-KR" altLang="en-US" sz="2400" dirty="0">
                <a:solidFill>
                  <a:schemeClr val="bg1"/>
                </a:solidFill>
              </a:rPr>
              <a:t> 지급된 계정으로 로그인 합니다</a:t>
            </a:r>
            <a:r>
              <a:rPr lang="en-US" altLang="ko-KR" sz="2400" dirty="0">
                <a:solidFill>
                  <a:schemeClr val="bg1"/>
                </a:solidFill>
              </a:rPr>
              <a:t>.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F8D11D-4E90-F5DD-77BC-40C3B37FC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81" y="4713522"/>
            <a:ext cx="2576945" cy="144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ko-KR" altLang="en-US" dirty="0">
                <a:cs typeface="Segoe UI Light" panose="020B0502040204020203" pitchFamily="34" charset="0"/>
              </a:rPr>
              <a:t>로그인 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9E01A4-BA5F-3117-297F-32B2463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18" y="2155576"/>
            <a:ext cx="4591691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cs typeface="Segoe UI Light" panose="020B0502040204020203" pitchFamily="34" charset="0"/>
              </a:rPr>
              <a:t>제휴사 기본화면</a:t>
            </a:r>
            <a:endParaRPr lang="ko" dirty="0"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D54362-64F8-8710-2BD6-F48975765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58" y="1472599"/>
            <a:ext cx="9372600" cy="50257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025560-3C2B-888A-38F0-4BDC1B7A98CF}"/>
              </a:ext>
            </a:extLst>
          </p:cNvPr>
          <p:cNvSpPr txBox="1"/>
          <p:nvPr/>
        </p:nvSpPr>
        <p:spPr>
          <a:xfrm>
            <a:off x="1514475" y="4324350"/>
            <a:ext cx="6790243" cy="1330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지점목록 </a:t>
            </a:r>
            <a:r>
              <a:rPr lang="en-US" altLang="ko-KR" sz="1100" dirty="0"/>
              <a:t>– </a:t>
            </a:r>
            <a:r>
              <a:rPr lang="ko-KR" altLang="en-US" sz="1100" dirty="0"/>
              <a:t>제휴사에서 생성한 지점리스트 화면으로 연결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지점등록 </a:t>
            </a:r>
            <a:r>
              <a:rPr lang="en-US" altLang="ko-KR" sz="1100" dirty="0"/>
              <a:t>– </a:t>
            </a:r>
            <a:r>
              <a:rPr lang="ko-KR" altLang="en-US" sz="1100" dirty="0"/>
              <a:t>새로운 지점을 생성하는 화면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발권리스트 </a:t>
            </a:r>
            <a:r>
              <a:rPr lang="en-US" altLang="ko-KR" sz="1100" dirty="0"/>
              <a:t>– </a:t>
            </a:r>
            <a:r>
              <a:rPr lang="ko-KR" altLang="en-US" sz="1100" dirty="0"/>
              <a:t>소속지점에서 발권한 목록을 확인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지급목록 </a:t>
            </a:r>
            <a:r>
              <a:rPr lang="en-US" altLang="ko-KR" sz="1100" dirty="0"/>
              <a:t>– </a:t>
            </a:r>
            <a:r>
              <a:rPr lang="ko-KR" altLang="en-US" sz="1100" dirty="0"/>
              <a:t>지점에서 발행한 경품권 중 </a:t>
            </a:r>
            <a:r>
              <a:rPr lang="ko-KR" altLang="en-US" sz="1100" dirty="0" err="1"/>
              <a:t>지급요청된</a:t>
            </a:r>
            <a:r>
              <a:rPr lang="ko-KR" altLang="en-US" sz="1100" dirty="0"/>
              <a:t> 리스트 확인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월정산보기 </a:t>
            </a:r>
            <a:r>
              <a:rPr lang="en-US" altLang="ko-KR" sz="1100" dirty="0"/>
              <a:t>– </a:t>
            </a:r>
            <a:r>
              <a:rPr lang="ko-KR" altLang="en-US" sz="1100" dirty="0"/>
              <a:t>지점에서 발행한 경품권의 월별 수량통계확인</a:t>
            </a: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cs typeface="Segoe UI Light" panose="020B0502040204020203" pitchFamily="34" charset="0"/>
              </a:rPr>
              <a:t>지점 기본화면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2C4798C-F689-5DA4-50D8-7C435E16C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871" y="1468581"/>
            <a:ext cx="9655963" cy="31804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2D0A0-8B4E-5E83-8699-8243AD28EB4D}"/>
              </a:ext>
            </a:extLst>
          </p:cNvPr>
          <p:cNvSpPr txBox="1"/>
          <p:nvPr/>
        </p:nvSpPr>
        <p:spPr>
          <a:xfrm>
            <a:off x="1514475" y="4324350"/>
            <a:ext cx="6790243" cy="1076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발권하기 </a:t>
            </a:r>
            <a:r>
              <a:rPr lang="en-US" altLang="ko-KR" sz="1100" dirty="0"/>
              <a:t>– </a:t>
            </a:r>
            <a:r>
              <a:rPr lang="ko-KR" altLang="en-US" sz="1100" dirty="0"/>
              <a:t>현재 </a:t>
            </a:r>
            <a:r>
              <a:rPr lang="ko-KR" altLang="en-US" sz="1100" dirty="0" err="1"/>
              <a:t>회차의</a:t>
            </a:r>
            <a:r>
              <a:rPr lang="ko-KR" altLang="en-US" sz="1100" dirty="0"/>
              <a:t> 새 경품권을 발권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발권리스트 </a:t>
            </a:r>
            <a:r>
              <a:rPr lang="en-US" altLang="ko-KR" sz="1100" dirty="0"/>
              <a:t>– </a:t>
            </a:r>
            <a:r>
              <a:rPr lang="ko-KR" altLang="en-US" sz="1100" dirty="0"/>
              <a:t>현재 발권된 경품권 목록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지급목록 </a:t>
            </a:r>
            <a:r>
              <a:rPr lang="en-US" altLang="ko-KR" sz="1100" dirty="0"/>
              <a:t>– </a:t>
            </a:r>
            <a:r>
              <a:rPr lang="ko-KR" altLang="en-US" sz="1100" dirty="0"/>
              <a:t>지점에서 발행한 경품권 중 </a:t>
            </a:r>
            <a:r>
              <a:rPr lang="ko-KR" altLang="en-US" sz="1100" dirty="0" err="1"/>
              <a:t>지급요청된</a:t>
            </a:r>
            <a:r>
              <a:rPr lang="ko-KR" altLang="en-US" sz="1100" dirty="0"/>
              <a:t> 리스트 확인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월별정산 </a:t>
            </a:r>
            <a:r>
              <a:rPr lang="en-US" altLang="ko-KR" sz="1100" dirty="0"/>
              <a:t>– </a:t>
            </a:r>
            <a:r>
              <a:rPr lang="ko-KR" altLang="en-US" sz="1100" dirty="0"/>
              <a:t>지점에서 발행한 경품권의 월별 수량통계확인</a:t>
            </a:r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DFD26-DF8E-C477-D498-0ACFC6E2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A6ABB48-169D-C08C-76BE-07062B4D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ko-KR" b="1" dirty="0" err="1"/>
              <a:t>sewoo</a:t>
            </a:r>
            <a:r>
              <a:rPr lang="en-US" altLang="ko-KR" b="1" dirty="0"/>
              <a:t> TS100 </a:t>
            </a:r>
            <a:r>
              <a:rPr lang="ko-KR" altLang="en-US" b="1" dirty="0"/>
              <a:t>드라이버 설치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86BE1-BFD4-4928-B369-FABBFD0549D7}"/>
              </a:ext>
            </a:extLst>
          </p:cNvPr>
          <p:cNvSpPr txBox="1"/>
          <p:nvPr/>
        </p:nvSpPr>
        <p:spPr>
          <a:xfrm>
            <a:off x="1514475" y="2541022"/>
            <a:ext cx="6790243" cy="15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위 주소 접속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우측 아이콘 클릭 후 아래 링크를 찾아서 클릭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설치방법과 매뉴얼은 아래 링크를 찾으세요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88C9DF-2EB4-D9C3-AB69-C36424F33704}"/>
              </a:ext>
            </a:extLst>
          </p:cNvPr>
          <p:cNvSpPr/>
          <p:nvPr/>
        </p:nvSpPr>
        <p:spPr>
          <a:xfrm>
            <a:off x="1514475" y="1653309"/>
            <a:ext cx="8590107" cy="5172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https://www.miniprinter.com/page/?pid=product_list&amp;ca_id=1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B507BC-8917-C198-794C-166C88F22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159" y="2779311"/>
            <a:ext cx="1769935" cy="30753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F25B07F-27C8-65F2-991C-6F6AC32F4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062" y="3066425"/>
            <a:ext cx="3858163" cy="53347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1C83D33-CDD3-7E3E-9109-B41C16E14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475" y="4316978"/>
            <a:ext cx="6144482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02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{AD763093-022C-4B7F-BC5E-3768DC12B54D}tf10001108_win32</Template>
  <TotalTime>1727</TotalTime>
  <Words>127</Words>
  <Application>Microsoft Office PowerPoint</Application>
  <PresentationFormat>와이드스크린</PresentationFormat>
  <Paragraphs>27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Segoe UI Light</vt:lpstr>
      <vt:lpstr>WelcomeDoc</vt:lpstr>
      <vt:lpstr>매주또 제휴사 &amp; 지점 메뉴얼</vt:lpstr>
      <vt:lpstr>로그인 화면</vt:lpstr>
      <vt:lpstr>제휴사 기본화면</vt:lpstr>
      <vt:lpstr>지점 기본화면</vt:lpstr>
      <vt:lpstr>sewoo TS100 드라이버 설치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Keuk-jung</dc:creator>
  <cp:keywords/>
  <cp:lastModifiedBy>Keuk-jung</cp:lastModifiedBy>
  <cp:revision>3</cp:revision>
  <dcterms:created xsi:type="dcterms:W3CDTF">2026-04-20T05:16:17Z</dcterms:created>
  <dcterms:modified xsi:type="dcterms:W3CDTF">2026-05-06T00:03:35Z</dcterms:modified>
  <cp:version/>
</cp:coreProperties>
</file>